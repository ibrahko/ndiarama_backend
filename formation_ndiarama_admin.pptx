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B85042"/>
                </a:solidFill>
                <a:latin typeface="Calibri"/>
              </a:rPr>
              <a:t>NDIARAMA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Guide de gestion du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C8BC"/>
                </a:solidFill>
                <a:latin typeface="Calibri"/>
              </a:rPr>
              <a:t>Formation de l'assistante — Interface d'administration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Formation confidentielle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053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C8BC"/>
                </a:solidFill>
                <a:latin typeface="Calibri"/>
              </a:rPr>
              <a:t>web-production-c5056.up.railway.app/admin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Au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3749039" cy="1920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504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0428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Connexion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Acceder a l'interface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749039" cy="1920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5042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0428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Parametres du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8892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Configurer les infos du 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749039" cy="1920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5042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0428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Equipe &amp; Temoignages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Gerer les membres et avis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3749039" cy="1920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5042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9884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Emissions &amp; Episodes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Publier des podcasts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840480"/>
            <a:ext cx="3749039" cy="1920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5042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9884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Newsletter &amp; 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98348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Abonnes et messages recus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3749039" cy="1920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9776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5042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498848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Bonnes pratiques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83480"/>
            <a:ext cx="34289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Regles a retenir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01 — Connexion a l'admin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2B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8BC"/>
                </a:solidFill>
                <a:latin typeface="Calibri"/>
              </a:rPr>
              <a:t>  https://web-production-c5056.up.railway.app/admin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640080" cy="7315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5973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Ouvrir le navigateur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25496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5B55"/>
                </a:solidFill>
                <a:latin typeface="Calibri"/>
              </a:rPr>
              <a:t>Chrome ou Firefox recommande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10712"/>
            <a:ext cx="640080" cy="7315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021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47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Saisir l'URL ci-dessus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1304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5B55"/>
                </a:solidFill>
                <a:latin typeface="Calibri"/>
              </a:rPr>
              <a:t>Mettre en favori pour y acceder rapidement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98264"/>
            <a:ext cx="640080" cy="7315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970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348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Entrer nom d'utilisateur et mot de passe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006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5B55"/>
                </a:solidFill>
                <a:latin typeface="Calibri"/>
              </a:rPr>
              <a:t>Fournis par Ibrahima — ne pas partager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85816"/>
            <a:ext cx="640080" cy="7315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772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2239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1A14"/>
                </a:solidFill>
                <a:latin typeface="Calibri"/>
              </a:rPr>
              <a:t>Cliquer sur Connexion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78815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5B55"/>
                </a:solidFill>
                <a:latin typeface="Calibri"/>
              </a:rPr>
              <a:t>Vous arrivez sur le tableau de bord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02 — Parametres du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5B55"/>
                </a:solidFill>
                <a:latin typeface="Calibri"/>
              </a:rPr>
              <a:t>Menu &gt; Contenu du site &gt; Parametres du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377440" cy="777240"/>
          </a:xfrm>
          <a:prstGeom prst="rect">
            <a:avLst/>
          </a:prstGeom>
          <a:solidFill>
            <a:srgbClr val="F0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01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Site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55"/>
                </a:solidFill>
                <a:latin typeface="Calibri"/>
              </a:rPr>
              <a:t>NDIARAMA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8961120" cy="777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04825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A14"/>
                </a:solidFill>
                <a:latin typeface="Calibri"/>
              </a:rPr>
              <a:t>Nom affiche dans l'onglet du navigateur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2377440" cy="777240"/>
          </a:xfrm>
          <a:prstGeom prst="rect">
            <a:avLst/>
          </a:prstGeom>
          <a:solidFill>
            <a:srgbClr val="F0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Hero slogan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55"/>
                </a:solidFill>
                <a:latin typeface="Calibri"/>
              </a:rPr>
              <a:t>Ex : Donnez du sens...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743200"/>
            <a:ext cx="8961120" cy="777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96265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A14"/>
                </a:solidFill>
                <a:latin typeface="Calibri"/>
              </a:rPr>
              <a:t>Grande phrase sur la page d'accueil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2377440" cy="777240"/>
          </a:xfrm>
          <a:prstGeom prst="rect">
            <a:avLst/>
          </a:prstGeom>
          <a:solidFill>
            <a:srgbClr val="F0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0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96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55"/>
                </a:solidFill>
                <a:latin typeface="Calibri"/>
              </a:rPr>
              <a:t>+223 79861111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657600"/>
            <a:ext cx="8961120" cy="777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387705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A14"/>
                </a:solidFill>
                <a:latin typeface="Calibri"/>
              </a:rPr>
              <a:t>Numero visible sur la page Contact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72000"/>
            <a:ext cx="2377440" cy="777240"/>
          </a:xfrm>
          <a:prstGeom prst="rect">
            <a:avLst/>
          </a:prstGeom>
          <a:solidFill>
            <a:srgbClr val="F0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55"/>
                </a:solidFill>
                <a:latin typeface="Calibri"/>
              </a:rPr>
              <a:t>contact@ndiarama.com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572000"/>
            <a:ext cx="8961120" cy="777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79145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A14"/>
                </a:solidFill>
                <a:latin typeface="Calibri"/>
              </a:rPr>
              <a:t>Email de contact affiche sur le site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86400"/>
            <a:ext cx="2377440" cy="777240"/>
          </a:xfrm>
          <a:prstGeom prst="rect">
            <a:avLst/>
          </a:prstGeom>
          <a:solidFill>
            <a:srgbClr val="F0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Reseaux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25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B55"/>
                </a:solidFill>
                <a:latin typeface="Calibri"/>
              </a:rPr>
              <a:t>LinkedIn / TikTok / YouTube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5486400"/>
            <a:ext cx="8961120" cy="77724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570585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1A14"/>
                </a:solidFill>
                <a:latin typeface="Calibri"/>
              </a:rPr>
              <a:t>Coller les URLs completes des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B85042"/>
                </a:solidFill>
                <a:latin typeface="Calibri"/>
              </a:rPr>
              <a:t>Important : un seul enregistrement — pas de bouton Ajouter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03 — Gerer l'equipe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5B55"/>
                </a:solidFill>
                <a:latin typeface="Calibri"/>
              </a:rPr>
              <a:t>Menu &gt; Contenu du site &gt; Equipe &gt; + Ajouter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Nom complet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04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Prenom et nom du membre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2491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Ex : Directrice des programmes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958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93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753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Biographie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13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Court texte de presentation (2-3 lignes)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34256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799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18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Format carre recommande (JPG ou PNG)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3892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029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Ordre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229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1 = affiche en premier, 2 = deuxieme...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007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989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Actif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3276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Decocher pour masquer sans supprimer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04 — Ajouter une emission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5B55"/>
                </a:solidFill>
                <a:latin typeface="Calibri"/>
              </a:rPr>
              <a:t>Menu &gt; Media &gt; Emissions &gt; + Ajouter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11430000" cy="713232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Titre de l'emission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04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Ex : DEL PODCAST, ENGLISH CORNER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24912"/>
            <a:ext cx="11430000" cy="713232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Courte accroche ex : Leadership &amp; Soft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9584"/>
            <a:ext cx="11430000" cy="713232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93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753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Image de couverture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13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Photo ou logo de l'emission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34256"/>
            <a:ext cx="11430000" cy="713232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799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YouTube channel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18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https://youtube.com/@ndiarama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38928"/>
            <a:ext cx="11430000" cy="713232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029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Spotify show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229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Lien vers le show complet sur Spotify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11430000" cy="713232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007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5042"/>
                </a:solidFill>
                <a:latin typeface="Calibri"/>
              </a:rPr>
              <a:t>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989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1A14"/>
                </a:solidFill>
                <a:latin typeface="Calibri"/>
              </a:rPr>
              <a:t>Ordre + Actif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3276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B55"/>
                </a:solidFill>
                <a:latin typeface="Calibri"/>
              </a:rPr>
              <a:t>Ordre d'affichage et visibilite sur le 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04 — Ajouter un episode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5B55"/>
                </a:solidFill>
                <a:latin typeface="Calibri"/>
              </a:rPr>
              <a:t>Menu &gt; Media &gt; Episodes &gt; + Ajouter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Emission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Choisir dans la liste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53511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2666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Titre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Titre de l'episode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32504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056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Type de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Video / Audio / Video+Audio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11496"/>
            <a:ext cx="5486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84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YouTube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14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Lien complet youtube.com/watch?v=...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74519"/>
            <a:ext cx="5577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476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Spotify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Lien direct vers cet episode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53511"/>
            <a:ext cx="5577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26663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Duree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5643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Ex : 24:30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32504"/>
            <a:ext cx="5577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056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Date publication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35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La vraie date de diffusion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111496"/>
            <a:ext cx="55778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84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A la 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144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Cocher pour page d'accueil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7AE60"/>
                </a:solidFill>
                <a:latin typeface="Calibri"/>
              </a:rPr>
              <a:t>Astuce : La miniature YouTube se genere automatiquement — pas besoin d'uploader une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05 — Newsletter &amp; Messages recus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5394960" cy="5212080"/>
          </a:xfrm>
          <a:prstGeom prst="rect">
            <a:avLst/>
          </a:prstGeom>
          <a:solidFill>
            <a:srgbClr val="F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1A14"/>
                </a:solidFill>
                <a:latin typeface="Calibri"/>
              </a:rPr>
              <a:t>Abonnes newsletter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848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B55"/>
                </a:solidFill>
                <a:latin typeface="Calibri"/>
              </a:rPr>
              <a:t>Menu &gt; Communications &gt; Abonnes newsletter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Voir tous les abonnes avec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101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Rechercher un abonne par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142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Bouton 'Envoyer une campagne' en haut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1830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Saisir sujet + contenu du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223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Tester l'envoi avant la campagne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77840" cy="5212080"/>
          </a:xfrm>
          <a:prstGeom prst="rect">
            <a:avLst/>
          </a:prstGeom>
          <a:solidFill>
            <a:srgbClr val="F0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1A14"/>
                </a:solidFill>
                <a:latin typeface="Calibri"/>
              </a:rPr>
              <a:t>Messages de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5B55"/>
                </a:solidFill>
                <a:latin typeface="Calibri"/>
              </a:rPr>
              <a:t>Menu &gt; Communications &gt; Messages recus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Liste en LECTURE SEULE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101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Affiche : nom, email, message,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1421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Utile pour retrouver un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1830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Repondre directement par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42239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1A14"/>
                </a:solidFill>
                <a:latin typeface="Calibri"/>
              </a:rPr>
              <a:t>  (pas de reponse depuis l'admin)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06 — Regles importantes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64008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184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508760"/>
            <a:ext cx="10698480" cy="804672"/>
          </a:xfrm>
          <a:prstGeom prst="rect">
            <a:avLst/>
          </a:prstGeom>
          <a:solidFill>
            <a:srgbClr val="3A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Toujours cliquer Enregistrer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8BC"/>
                </a:solidFill>
                <a:latin typeface="Calibri"/>
              </a:rPr>
              <a:t>Les modifications sont perdues si vous quittez sans sauvegarder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64008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243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14600"/>
            <a:ext cx="10698480" cy="804672"/>
          </a:xfrm>
          <a:prstGeom prst="rect">
            <a:avLst/>
          </a:prstGeom>
          <a:solidFill>
            <a:srgbClr val="3A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Actif = visible sur le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35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8BC"/>
                </a:solidFill>
                <a:latin typeface="Calibri"/>
              </a:rPr>
              <a:t>Decocher suffit pour masquer — pas besoin de supprimer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64008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301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520440"/>
            <a:ext cx="10698480" cy="804672"/>
          </a:xfrm>
          <a:prstGeom prst="rect">
            <a:avLst/>
          </a:prstGeom>
          <a:solidFill>
            <a:srgbClr val="3A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Ordre = chiffre bas = premier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593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8BC"/>
                </a:solidFill>
                <a:latin typeface="Calibri"/>
              </a:rPr>
              <a:t>1 s'affiche avant 2, 2 avant 3, etc.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640080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526280"/>
            <a:ext cx="10698480" cy="804672"/>
          </a:xfrm>
          <a:prstGeom prst="rect">
            <a:avLst/>
          </a:prstGeom>
          <a:solidFill>
            <a:srgbClr val="3A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590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 jamais modifier le Slug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651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8BC"/>
                </a:solidFill>
                <a:latin typeface="Calibri"/>
              </a:rPr>
              <a:t>Le slug est l'adresse URL — le changer casse les liens existants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32120"/>
            <a:ext cx="640080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6418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532120"/>
            <a:ext cx="10698480" cy="804672"/>
          </a:xfrm>
          <a:prstGeom prst="rect">
            <a:avLst/>
          </a:prstGeom>
          <a:solidFill>
            <a:srgbClr val="3A2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596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Preferer desactiver plutot que supprimer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9710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C8BC"/>
                </a:solidFill>
                <a:latin typeface="Calibri"/>
              </a:rPr>
              <a:t>Decocher Actif est plus sur que la suppression definitive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B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Vous etes prete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DF5F0"/>
                </a:solidFill>
                <a:latin typeface="Calibri"/>
              </a:rPr>
              <a:t>Le site NDIARAMA est entre de bonnes 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-&gt;  Admin : web-production-c5056.up.railway.app/admin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76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-&gt;  Site public : ndiarama-front.vercel.app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97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-&gt;  Questions : contacter Ibrahima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DF5F0"/>
                </a:solidFill>
                <a:latin typeface="Calibri"/>
              </a:rPr>
              <a:t>NDIARAMA Media &amp; Consulting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